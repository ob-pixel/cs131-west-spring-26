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79"/>
    <p:restoredTop sz="94710"/>
  </p:normalViewPr>
  <p:slideViewPr>
    <p:cSldViewPr snapToGrid="0">
      <p:cViewPr varScale="1">
        <p:scale>
          <a:sx n="142" d="100"/>
          <a:sy n="142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86A899-8C22-8D44-95C9-411E0CCC9D80}" type="doc">
      <dgm:prSet loTypeId="urn:microsoft.com/office/officeart/2005/8/layout/process1" loCatId="" qsTypeId="urn:microsoft.com/office/officeart/2005/8/quickstyle/simple1" qsCatId="simple" csTypeId="urn:microsoft.com/office/officeart/2005/8/colors/accent0_2" csCatId="mainScheme" phldr="1"/>
      <dgm:spPr/>
    </dgm:pt>
    <dgm:pt modelId="{4061A977-7CCC-A248-BF1D-0AC011D2F5A5}">
      <dgm:prSet phldrT="[Text]" custT="1"/>
      <dgm:spPr/>
      <dgm:t>
        <a:bodyPr/>
        <a:lstStyle/>
        <a:p>
          <a:r>
            <a:rPr lang="en-US" sz="1800" dirty="0"/>
            <a:t>Data</a:t>
          </a:r>
        </a:p>
      </dgm:t>
    </dgm:pt>
    <dgm:pt modelId="{7DE9C7C6-570E-4C4F-9A69-D4CC20E7AA81}" type="parTrans" cxnId="{61F53C85-7030-AA46-9FF3-D6F71DB3DDA5}">
      <dgm:prSet/>
      <dgm:spPr/>
      <dgm:t>
        <a:bodyPr/>
        <a:lstStyle/>
        <a:p>
          <a:endParaRPr lang="en-US"/>
        </a:p>
      </dgm:t>
    </dgm:pt>
    <dgm:pt modelId="{2BBDA974-77B6-2249-92D5-2B7926D8ABD4}" type="sibTrans" cxnId="{61F53C85-7030-AA46-9FF3-D6F71DB3DDA5}">
      <dgm:prSet/>
      <dgm:spPr/>
      <dgm:t>
        <a:bodyPr/>
        <a:lstStyle/>
        <a:p>
          <a:endParaRPr lang="en-US"/>
        </a:p>
      </dgm:t>
    </dgm:pt>
    <dgm:pt modelId="{09BAD8E8-13CF-B442-8DD5-A74D32728A4C}">
      <dgm:prSet phldrT="[Text]" custT="1"/>
      <dgm:spPr/>
      <dgm:t>
        <a:bodyPr/>
        <a:lstStyle/>
        <a:p>
          <a:r>
            <a:rPr lang="en-US" sz="1800" dirty="0"/>
            <a:t>Training</a:t>
          </a:r>
        </a:p>
      </dgm:t>
    </dgm:pt>
    <dgm:pt modelId="{B53BE6B8-64E5-144A-BD74-97D2E0F329FA}" type="parTrans" cxnId="{7E271217-0225-3E47-889F-5B360232A92C}">
      <dgm:prSet/>
      <dgm:spPr/>
      <dgm:t>
        <a:bodyPr/>
        <a:lstStyle/>
        <a:p>
          <a:endParaRPr lang="en-US"/>
        </a:p>
      </dgm:t>
    </dgm:pt>
    <dgm:pt modelId="{8270D16C-106A-DC47-9251-B206AE5AA1C1}" type="sibTrans" cxnId="{7E271217-0225-3E47-889F-5B360232A92C}">
      <dgm:prSet/>
      <dgm:spPr/>
      <dgm:t>
        <a:bodyPr/>
        <a:lstStyle/>
        <a:p>
          <a:endParaRPr lang="en-US"/>
        </a:p>
      </dgm:t>
    </dgm:pt>
    <dgm:pt modelId="{68211630-6E50-794E-9E3C-9199162E78A1}">
      <dgm:prSet phldrT="[Text]" custT="1"/>
      <dgm:spPr/>
      <dgm:t>
        <a:bodyPr/>
        <a:lstStyle/>
        <a:p>
          <a:r>
            <a:rPr lang="en-US" sz="1800" dirty="0"/>
            <a:t>Model</a:t>
          </a:r>
        </a:p>
      </dgm:t>
    </dgm:pt>
    <dgm:pt modelId="{116AFDDC-A302-A84C-8E0D-13C923394130}" type="parTrans" cxnId="{EAA12AF5-5191-DA46-BD67-7CF530AF5189}">
      <dgm:prSet/>
      <dgm:spPr/>
      <dgm:t>
        <a:bodyPr/>
        <a:lstStyle/>
        <a:p>
          <a:endParaRPr lang="en-US"/>
        </a:p>
      </dgm:t>
    </dgm:pt>
    <dgm:pt modelId="{7D59BC7B-B8C0-9241-9C57-946405E604B1}" type="sibTrans" cxnId="{EAA12AF5-5191-DA46-BD67-7CF530AF5189}">
      <dgm:prSet/>
      <dgm:spPr/>
      <dgm:t>
        <a:bodyPr/>
        <a:lstStyle/>
        <a:p>
          <a:endParaRPr lang="en-US"/>
        </a:p>
      </dgm:t>
    </dgm:pt>
    <dgm:pt modelId="{30277587-64B4-4246-BD54-6DC38DB59D23}">
      <dgm:prSet custT="1"/>
      <dgm:spPr/>
      <dgm:t>
        <a:bodyPr/>
        <a:lstStyle/>
        <a:p>
          <a:r>
            <a:rPr lang="en-US" sz="1800" dirty="0"/>
            <a:t>Prediction</a:t>
          </a:r>
        </a:p>
      </dgm:t>
    </dgm:pt>
    <dgm:pt modelId="{94634AB2-F397-D845-B542-2A0D11FED2BA}" type="parTrans" cxnId="{EEA0FAE3-D02F-4247-ADA1-9E817327FED1}">
      <dgm:prSet/>
      <dgm:spPr/>
      <dgm:t>
        <a:bodyPr/>
        <a:lstStyle/>
        <a:p>
          <a:endParaRPr lang="en-US"/>
        </a:p>
      </dgm:t>
    </dgm:pt>
    <dgm:pt modelId="{FD314A6F-C94A-7B45-AC30-BC7F76B8943C}" type="sibTrans" cxnId="{EEA0FAE3-D02F-4247-ADA1-9E817327FED1}">
      <dgm:prSet/>
      <dgm:spPr/>
      <dgm:t>
        <a:bodyPr/>
        <a:lstStyle/>
        <a:p>
          <a:endParaRPr lang="en-US"/>
        </a:p>
      </dgm:t>
    </dgm:pt>
    <dgm:pt modelId="{7280DFC8-A7B3-6642-96AE-B01202C78A80}" type="pres">
      <dgm:prSet presAssocID="{2B86A899-8C22-8D44-95C9-411E0CCC9D80}" presName="Name0" presStyleCnt="0">
        <dgm:presLayoutVars>
          <dgm:dir/>
          <dgm:resizeHandles val="exact"/>
        </dgm:presLayoutVars>
      </dgm:prSet>
      <dgm:spPr/>
    </dgm:pt>
    <dgm:pt modelId="{E27B1DBE-79A5-9A4A-8829-C51BB1503B82}" type="pres">
      <dgm:prSet presAssocID="{4061A977-7CCC-A248-BF1D-0AC011D2F5A5}" presName="node" presStyleLbl="node1" presStyleIdx="0" presStyleCnt="4">
        <dgm:presLayoutVars>
          <dgm:bulletEnabled val="1"/>
        </dgm:presLayoutVars>
      </dgm:prSet>
      <dgm:spPr/>
    </dgm:pt>
    <dgm:pt modelId="{C6902A38-FC67-D04B-ABA1-7CE87391B6A0}" type="pres">
      <dgm:prSet presAssocID="{2BBDA974-77B6-2249-92D5-2B7926D8ABD4}" presName="sibTrans" presStyleLbl="sibTrans2D1" presStyleIdx="0" presStyleCnt="3"/>
      <dgm:spPr/>
    </dgm:pt>
    <dgm:pt modelId="{B0BB483D-1845-D045-B881-D11A35A7C5F2}" type="pres">
      <dgm:prSet presAssocID="{2BBDA974-77B6-2249-92D5-2B7926D8ABD4}" presName="connectorText" presStyleLbl="sibTrans2D1" presStyleIdx="0" presStyleCnt="3"/>
      <dgm:spPr/>
    </dgm:pt>
    <dgm:pt modelId="{30CB410E-4F71-8C45-B8EF-CFFED01AC8CD}" type="pres">
      <dgm:prSet presAssocID="{09BAD8E8-13CF-B442-8DD5-A74D32728A4C}" presName="node" presStyleLbl="node1" presStyleIdx="1" presStyleCnt="4">
        <dgm:presLayoutVars>
          <dgm:bulletEnabled val="1"/>
        </dgm:presLayoutVars>
      </dgm:prSet>
      <dgm:spPr/>
    </dgm:pt>
    <dgm:pt modelId="{CE8CE7D4-AC09-3842-9FAA-094E894A3F11}" type="pres">
      <dgm:prSet presAssocID="{8270D16C-106A-DC47-9251-B206AE5AA1C1}" presName="sibTrans" presStyleLbl="sibTrans2D1" presStyleIdx="1" presStyleCnt="3"/>
      <dgm:spPr/>
    </dgm:pt>
    <dgm:pt modelId="{BBC17C9B-8FFC-824C-ADD1-83390276C146}" type="pres">
      <dgm:prSet presAssocID="{8270D16C-106A-DC47-9251-B206AE5AA1C1}" presName="connectorText" presStyleLbl="sibTrans2D1" presStyleIdx="1" presStyleCnt="3"/>
      <dgm:spPr/>
    </dgm:pt>
    <dgm:pt modelId="{4C4DE290-3623-8F40-B27F-AA16249BC83B}" type="pres">
      <dgm:prSet presAssocID="{68211630-6E50-794E-9E3C-9199162E78A1}" presName="node" presStyleLbl="node1" presStyleIdx="2" presStyleCnt="4">
        <dgm:presLayoutVars>
          <dgm:bulletEnabled val="1"/>
        </dgm:presLayoutVars>
      </dgm:prSet>
      <dgm:spPr/>
    </dgm:pt>
    <dgm:pt modelId="{9417F4EF-5E8C-C74D-8A3C-DDFDB4100FC1}" type="pres">
      <dgm:prSet presAssocID="{7D59BC7B-B8C0-9241-9C57-946405E604B1}" presName="sibTrans" presStyleLbl="sibTrans2D1" presStyleIdx="2" presStyleCnt="3"/>
      <dgm:spPr/>
    </dgm:pt>
    <dgm:pt modelId="{91F2C19E-D35B-3846-B7A8-9837EF70EAFA}" type="pres">
      <dgm:prSet presAssocID="{7D59BC7B-B8C0-9241-9C57-946405E604B1}" presName="connectorText" presStyleLbl="sibTrans2D1" presStyleIdx="2" presStyleCnt="3"/>
      <dgm:spPr/>
    </dgm:pt>
    <dgm:pt modelId="{4F3D5D2C-AA4E-694C-9432-D9BA5096EC72}" type="pres">
      <dgm:prSet presAssocID="{30277587-64B4-4246-BD54-6DC38DB59D23}" presName="node" presStyleLbl="node1" presStyleIdx="3" presStyleCnt="4">
        <dgm:presLayoutVars>
          <dgm:bulletEnabled val="1"/>
        </dgm:presLayoutVars>
      </dgm:prSet>
      <dgm:spPr/>
    </dgm:pt>
  </dgm:ptLst>
  <dgm:cxnLst>
    <dgm:cxn modelId="{7E271217-0225-3E47-889F-5B360232A92C}" srcId="{2B86A899-8C22-8D44-95C9-411E0CCC9D80}" destId="{09BAD8E8-13CF-B442-8DD5-A74D32728A4C}" srcOrd="1" destOrd="0" parTransId="{B53BE6B8-64E5-144A-BD74-97D2E0F329FA}" sibTransId="{8270D16C-106A-DC47-9251-B206AE5AA1C1}"/>
    <dgm:cxn modelId="{B7A6E120-B12C-3A43-B23A-1A390C23316F}" type="presOf" srcId="{4061A977-7CCC-A248-BF1D-0AC011D2F5A5}" destId="{E27B1DBE-79A5-9A4A-8829-C51BB1503B82}" srcOrd="0" destOrd="0" presId="urn:microsoft.com/office/officeart/2005/8/layout/process1"/>
    <dgm:cxn modelId="{B5E92239-7342-DA49-BED4-14A6EB541A59}" type="presOf" srcId="{7D59BC7B-B8C0-9241-9C57-946405E604B1}" destId="{91F2C19E-D35B-3846-B7A8-9837EF70EAFA}" srcOrd="1" destOrd="0" presId="urn:microsoft.com/office/officeart/2005/8/layout/process1"/>
    <dgm:cxn modelId="{8F5C0244-AFE8-E945-8E7C-33A3D0B8E923}" type="presOf" srcId="{7D59BC7B-B8C0-9241-9C57-946405E604B1}" destId="{9417F4EF-5E8C-C74D-8A3C-DDFDB4100FC1}" srcOrd="0" destOrd="0" presId="urn:microsoft.com/office/officeart/2005/8/layout/process1"/>
    <dgm:cxn modelId="{2940B048-60E2-1340-BDE9-13232702D011}" type="presOf" srcId="{09BAD8E8-13CF-B442-8DD5-A74D32728A4C}" destId="{30CB410E-4F71-8C45-B8EF-CFFED01AC8CD}" srcOrd="0" destOrd="0" presId="urn:microsoft.com/office/officeart/2005/8/layout/process1"/>
    <dgm:cxn modelId="{9D09E55F-9009-6D46-9D85-467B822E0660}" type="presOf" srcId="{2BBDA974-77B6-2249-92D5-2B7926D8ABD4}" destId="{B0BB483D-1845-D045-B881-D11A35A7C5F2}" srcOrd="1" destOrd="0" presId="urn:microsoft.com/office/officeart/2005/8/layout/process1"/>
    <dgm:cxn modelId="{0FA14363-8CF6-BC43-BD69-9C9DA3DACE96}" type="presOf" srcId="{8270D16C-106A-DC47-9251-B206AE5AA1C1}" destId="{CE8CE7D4-AC09-3842-9FAA-094E894A3F11}" srcOrd="0" destOrd="0" presId="urn:microsoft.com/office/officeart/2005/8/layout/process1"/>
    <dgm:cxn modelId="{5623E77E-E221-5E45-88A0-4E337993EB42}" type="presOf" srcId="{30277587-64B4-4246-BD54-6DC38DB59D23}" destId="{4F3D5D2C-AA4E-694C-9432-D9BA5096EC72}" srcOrd="0" destOrd="0" presId="urn:microsoft.com/office/officeart/2005/8/layout/process1"/>
    <dgm:cxn modelId="{61F53C85-7030-AA46-9FF3-D6F71DB3DDA5}" srcId="{2B86A899-8C22-8D44-95C9-411E0CCC9D80}" destId="{4061A977-7CCC-A248-BF1D-0AC011D2F5A5}" srcOrd="0" destOrd="0" parTransId="{7DE9C7C6-570E-4C4F-9A69-D4CC20E7AA81}" sibTransId="{2BBDA974-77B6-2249-92D5-2B7926D8ABD4}"/>
    <dgm:cxn modelId="{288C478E-5A71-E846-AF32-5971694F919A}" type="presOf" srcId="{2BBDA974-77B6-2249-92D5-2B7926D8ABD4}" destId="{C6902A38-FC67-D04B-ABA1-7CE87391B6A0}" srcOrd="0" destOrd="0" presId="urn:microsoft.com/office/officeart/2005/8/layout/process1"/>
    <dgm:cxn modelId="{CC7AA099-C667-624E-A26C-DBC5560F1196}" type="presOf" srcId="{2B86A899-8C22-8D44-95C9-411E0CCC9D80}" destId="{7280DFC8-A7B3-6642-96AE-B01202C78A80}" srcOrd="0" destOrd="0" presId="urn:microsoft.com/office/officeart/2005/8/layout/process1"/>
    <dgm:cxn modelId="{3C6F47D1-5755-E34C-94AD-4CFCFBE252BF}" type="presOf" srcId="{8270D16C-106A-DC47-9251-B206AE5AA1C1}" destId="{BBC17C9B-8FFC-824C-ADD1-83390276C146}" srcOrd="1" destOrd="0" presId="urn:microsoft.com/office/officeart/2005/8/layout/process1"/>
    <dgm:cxn modelId="{EEA0FAE3-D02F-4247-ADA1-9E817327FED1}" srcId="{2B86A899-8C22-8D44-95C9-411E0CCC9D80}" destId="{30277587-64B4-4246-BD54-6DC38DB59D23}" srcOrd="3" destOrd="0" parTransId="{94634AB2-F397-D845-B542-2A0D11FED2BA}" sibTransId="{FD314A6F-C94A-7B45-AC30-BC7F76B8943C}"/>
    <dgm:cxn modelId="{EAA12AF5-5191-DA46-BD67-7CF530AF5189}" srcId="{2B86A899-8C22-8D44-95C9-411E0CCC9D80}" destId="{68211630-6E50-794E-9E3C-9199162E78A1}" srcOrd="2" destOrd="0" parTransId="{116AFDDC-A302-A84C-8E0D-13C923394130}" sibTransId="{7D59BC7B-B8C0-9241-9C57-946405E604B1}"/>
    <dgm:cxn modelId="{07BDC8FA-1F15-CC4A-A84E-B20F21283813}" type="presOf" srcId="{68211630-6E50-794E-9E3C-9199162E78A1}" destId="{4C4DE290-3623-8F40-B27F-AA16249BC83B}" srcOrd="0" destOrd="0" presId="urn:microsoft.com/office/officeart/2005/8/layout/process1"/>
    <dgm:cxn modelId="{BC93D35F-E420-2744-82F0-10D21C3937BF}" type="presParOf" srcId="{7280DFC8-A7B3-6642-96AE-B01202C78A80}" destId="{E27B1DBE-79A5-9A4A-8829-C51BB1503B82}" srcOrd="0" destOrd="0" presId="urn:microsoft.com/office/officeart/2005/8/layout/process1"/>
    <dgm:cxn modelId="{1C261BA5-6960-E447-B4B3-96E900948365}" type="presParOf" srcId="{7280DFC8-A7B3-6642-96AE-B01202C78A80}" destId="{C6902A38-FC67-D04B-ABA1-7CE87391B6A0}" srcOrd="1" destOrd="0" presId="urn:microsoft.com/office/officeart/2005/8/layout/process1"/>
    <dgm:cxn modelId="{090AE35A-1AAF-8443-A2DF-FDD7BCE3F68A}" type="presParOf" srcId="{C6902A38-FC67-D04B-ABA1-7CE87391B6A0}" destId="{B0BB483D-1845-D045-B881-D11A35A7C5F2}" srcOrd="0" destOrd="0" presId="urn:microsoft.com/office/officeart/2005/8/layout/process1"/>
    <dgm:cxn modelId="{E357B242-18B7-5A4E-BE06-ED525E792DF8}" type="presParOf" srcId="{7280DFC8-A7B3-6642-96AE-B01202C78A80}" destId="{30CB410E-4F71-8C45-B8EF-CFFED01AC8CD}" srcOrd="2" destOrd="0" presId="urn:microsoft.com/office/officeart/2005/8/layout/process1"/>
    <dgm:cxn modelId="{2584A5B2-74CD-A141-BB58-D7993DFB99FB}" type="presParOf" srcId="{7280DFC8-A7B3-6642-96AE-B01202C78A80}" destId="{CE8CE7D4-AC09-3842-9FAA-094E894A3F11}" srcOrd="3" destOrd="0" presId="urn:microsoft.com/office/officeart/2005/8/layout/process1"/>
    <dgm:cxn modelId="{15AC3028-48BA-B847-820D-4913CE052791}" type="presParOf" srcId="{CE8CE7D4-AC09-3842-9FAA-094E894A3F11}" destId="{BBC17C9B-8FFC-824C-ADD1-83390276C146}" srcOrd="0" destOrd="0" presId="urn:microsoft.com/office/officeart/2005/8/layout/process1"/>
    <dgm:cxn modelId="{094CA7A6-0072-4847-9AF8-6038C38780C7}" type="presParOf" srcId="{7280DFC8-A7B3-6642-96AE-B01202C78A80}" destId="{4C4DE290-3623-8F40-B27F-AA16249BC83B}" srcOrd="4" destOrd="0" presId="urn:microsoft.com/office/officeart/2005/8/layout/process1"/>
    <dgm:cxn modelId="{3973E665-CFDC-C34F-ABF9-456DE69559E5}" type="presParOf" srcId="{7280DFC8-A7B3-6642-96AE-B01202C78A80}" destId="{9417F4EF-5E8C-C74D-8A3C-DDFDB4100FC1}" srcOrd="5" destOrd="0" presId="urn:microsoft.com/office/officeart/2005/8/layout/process1"/>
    <dgm:cxn modelId="{89AF9FA9-4939-934B-98FD-A88BC0763A79}" type="presParOf" srcId="{9417F4EF-5E8C-C74D-8A3C-DDFDB4100FC1}" destId="{91F2C19E-D35B-3846-B7A8-9837EF70EAFA}" srcOrd="0" destOrd="0" presId="urn:microsoft.com/office/officeart/2005/8/layout/process1"/>
    <dgm:cxn modelId="{03036ECB-B2EE-2647-8E05-55124A91BDB7}" type="presParOf" srcId="{7280DFC8-A7B3-6642-96AE-B01202C78A80}" destId="{4F3D5D2C-AA4E-694C-9432-D9BA5096EC7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7270AD-DF35-5741-B0DB-EB543747FAE3}" type="doc">
      <dgm:prSet loTypeId="urn:microsoft.com/office/officeart/2005/8/layout/chevron1" loCatId="" qsTypeId="urn:microsoft.com/office/officeart/2005/8/quickstyle/simple1" qsCatId="simple" csTypeId="urn:microsoft.com/office/officeart/2005/8/colors/accent0_2" csCatId="mainScheme" phldr="1"/>
      <dgm:spPr/>
    </dgm:pt>
    <dgm:pt modelId="{E4FBF1BB-4F9B-3245-AC25-4EFE63285BD7}">
      <dgm:prSet phldrT="[Text]"/>
      <dgm:spPr/>
      <dgm:t>
        <a:bodyPr/>
        <a:lstStyle/>
        <a:p>
          <a:pPr>
            <a:buNone/>
          </a:pPr>
          <a:r>
            <a:rPr lang="en-US" dirty="0"/>
            <a:t>Training images</a:t>
          </a:r>
        </a:p>
      </dgm:t>
    </dgm:pt>
    <dgm:pt modelId="{C33D250F-9158-A34E-8770-04835F30C970}" type="parTrans" cxnId="{F5D3A70B-A9AE-3949-9407-E3D8FB2C10D1}">
      <dgm:prSet/>
      <dgm:spPr/>
      <dgm:t>
        <a:bodyPr/>
        <a:lstStyle/>
        <a:p>
          <a:endParaRPr lang="en-US"/>
        </a:p>
      </dgm:t>
    </dgm:pt>
    <dgm:pt modelId="{0E02763A-8AFF-E64F-A14A-38FCB649B44F}" type="sibTrans" cxnId="{F5D3A70B-A9AE-3949-9407-E3D8FB2C10D1}">
      <dgm:prSet/>
      <dgm:spPr/>
      <dgm:t>
        <a:bodyPr/>
        <a:lstStyle/>
        <a:p>
          <a:endParaRPr lang="en-US"/>
        </a:p>
      </dgm:t>
    </dgm:pt>
    <dgm:pt modelId="{8059796C-EF2C-C744-98B7-3FD5A30EF256}">
      <dgm:prSet phldrT="[Text]"/>
      <dgm:spPr/>
      <dgm:t>
        <a:bodyPr/>
        <a:lstStyle/>
        <a:p>
          <a:pPr>
            <a:buNone/>
          </a:pPr>
          <a:r>
            <a:rPr lang="en-US" dirty="0"/>
            <a:t>Labels</a:t>
          </a:r>
        </a:p>
      </dgm:t>
    </dgm:pt>
    <dgm:pt modelId="{857D1A9B-D46F-4C44-B1F5-10DDA07BEB35}" type="parTrans" cxnId="{A2DF1461-8B4A-2949-8BA1-ED2C075C589C}">
      <dgm:prSet/>
      <dgm:spPr/>
      <dgm:t>
        <a:bodyPr/>
        <a:lstStyle/>
        <a:p>
          <a:endParaRPr lang="en-US"/>
        </a:p>
      </dgm:t>
    </dgm:pt>
    <dgm:pt modelId="{1AD249C0-A220-9943-8E37-4DBD5728B719}" type="sibTrans" cxnId="{A2DF1461-8B4A-2949-8BA1-ED2C075C589C}">
      <dgm:prSet/>
      <dgm:spPr/>
      <dgm:t>
        <a:bodyPr/>
        <a:lstStyle/>
        <a:p>
          <a:endParaRPr lang="en-US"/>
        </a:p>
      </dgm:t>
    </dgm:pt>
    <dgm:pt modelId="{E2EF4464-0711-0542-965D-0675BB6061FC}">
      <dgm:prSet phldrT="[Text]"/>
      <dgm:spPr/>
      <dgm:t>
        <a:bodyPr/>
        <a:lstStyle/>
        <a:p>
          <a:pPr>
            <a:buNone/>
          </a:pPr>
          <a:r>
            <a:rPr lang="en-US" dirty="0"/>
            <a:t>Learning patterns</a:t>
          </a:r>
        </a:p>
      </dgm:t>
    </dgm:pt>
    <dgm:pt modelId="{CC723C93-3E5B-2C4B-9848-FBCF5479E2BF}" type="parTrans" cxnId="{BC159851-6012-4744-A28C-EB584164EE85}">
      <dgm:prSet/>
      <dgm:spPr/>
      <dgm:t>
        <a:bodyPr/>
        <a:lstStyle/>
        <a:p>
          <a:endParaRPr lang="en-US"/>
        </a:p>
      </dgm:t>
    </dgm:pt>
    <dgm:pt modelId="{8B7F562E-1CBF-094E-8650-DA2533B710A4}" type="sibTrans" cxnId="{BC159851-6012-4744-A28C-EB584164EE85}">
      <dgm:prSet/>
      <dgm:spPr/>
      <dgm:t>
        <a:bodyPr/>
        <a:lstStyle/>
        <a:p>
          <a:endParaRPr lang="en-US"/>
        </a:p>
      </dgm:t>
    </dgm:pt>
    <dgm:pt modelId="{29923B5E-F4FF-234F-BEC5-B8479A8249BA}">
      <dgm:prSet/>
      <dgm:spPr/>
      <dgm:t>
        <a:bodyPr/>
        <a:lstStyle/>
        <a:p>
          <a:pPr>
            <a:buNone/>
          </a:pPr>
          <a:r>
            <a:rPr lang="en-US"/>
            <a:t>New image prediction</a:t>
          </a:r>
        </a:p>
      </dgm:t>
    </dgm:pt>
    <dgm:pt modelId="{B2D5546F-3EEB-0E4F-814F-305B6DFF2522}" type="parTrans" cxnId="{80EA58A8-4135-E045-8B3F-C9DC09FF6B5F}">
      <dgm:prSet/>
      <dgm:spPr/>
      <dgm:t>
        <a:bodyPr/>
        <a:lstStyle/>
        <a:p>
          <a:endParaRPr lang="en-US"/>
        </a:p>
      </dgm:t>
    </dgm:pt>
    <dgm:pt modelId="{616CF266-755A-404C-B2A4-02C67C1039FC}" type="sibTrans" cxnId="{80EA58A8-4135-E045-8B3F-C9DC09FF6B5F}">
      <dgm:prSet/>
      <dgm:spPr/>
      <dgm:t>
        <a:bodyPr/>
        <a:lstStyle/>
        <a:p>
          <a:endParaRPr lang="en-US"/>
        </a:p>
      </dgm:t>
    </dgm:pt>
    <dgm:pt modelId="{D0ED1877-78BB-394E-A693-5E72D9F0A9B5}" type="pres">
      <dgm:prSet presAssocID="{767270AD-DF35-5741-B0DB-EB543747FAE3}" presName="Name0" presStyleCnt="0">
        <dgm:presLayoutVars>
          <dgm:dir/>
          <dgm:animLvl val="lvl"/>
          <dgm:resizeHandles val="exact"/>
        </dgm:presLayoutVars>
      </dgm:prSet>
      <dgm:spPr/>
    </dgm:pt>
    <dgm:pt modelId="{1C2A799F-926A-0E47-9FA5-7B4E0C73271A}" type="pres">
      <dgm:prSet presAssocID="{E4FBF1BB-4F9B-3245-AC25-4EFE63285BD7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FC9858D-118F-134E-B0B5-B1D498AE2763}" type="pres">
      <dgm:prSet presAssocID="{0E02763A-8AFF-E64F-A14A-38FCB649B44F}" presName="parTxOnlySpace" presStyleCnt="0"/>
      <dgm:spPr/>
    </dgm:pt>
    <dgm:pt modelId="{C3F70067-FEBA-DF4C-80C2-3E02F4432C57}" type="pres">
      <dgm:prSet presAssocID="{8059796C-EF2C-C744-98B7-3FD5A30EF256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08EECE9-0BAD-C949-9B7A-D278C20315D4}" type="pres">
      <dgm:prSet presAssocID="{1AD249C0-A220-9943-8E37-4DBD5728B719}" presName="parTxOnlySpace" presStyleCnt="0"/>
      <dgm:spPr/>
    </dgm:pt>
    <dgm:pt modelId="{92F1520A-6C17-784E-AED7-14AC232EA4FD}" type="pres">
      <dgm:prSet presAssocID="{E2EF4464-0711-0542-965D-0675BB6061FC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3329168-2AE6-F643-8504-ECC9A4E9211C}" type="pres">
      <dgm:prSet presAssocID="{8B7F562E-1CBF-094E-8650-DA2533B710A4}" presName="parTxOnlySpace" presStyleCnt="0"/>
      <dgm:spPr/>
    </dgm:pt>
    <dgm:pt modelId="{A5358A01-5503-1D4D-844B-CECE1DD6B90D}" type="pres">
      <dgm:prSet presAssocID="{29923B5E-F4FF-234F-BEC5-B8479A8249BA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5D3A70B-A9AE-3949-9407-E3D8FB2C10D1}" srcId="{767270AD-DF35-5741-B0DB-EB543747FAE3}" destId="{E4FBF1BB-4F9B-3245-AC25-4EFE63285BD7}" srcOrd="0" destOrd="0" parTransId="{C33D250F-9158-A34E-8770-04835F30C970}" sibTransId="{0E02763A-8AFF-E64F-A14A-38FCB649B44F}"/>
    <dgm:cxn modelId="{9A72EA1F-2CDE-AF47-B4F5-B3B906A97A0B}" type="presOf" srcId="{E2EF4464-0711-0542-965D-0675BB6061FC}" destId="{92F1520A-6C17-784E-AED7-14AC232EA4FD}" srcOrd="0" destOrd="0" presId="urn:microsoft.com/office/officeart/2005/8/layout/chevron1"/>
    <dgm:cxn modelId="{BC159851-6012-4744-A28C-EB584164EE85}" srcId="{767270AD-DF35-5741-B0DB-EB543747FAE3}" destId="{E2EF4464-0711-0542-965D-0675BB6061FC}" srcOrd="2" destOrd="0" parTransId="{CC723C93-3E5B-2C4B-9848-FBCF5479E2BF}" sibTransId="{8B7F562E-1CBF-094E-8650-DA2533B710A4}"/>
    <dgm:cxn modelId="{A2DF1461-8B4A-2949-8BA1-ED2C075C589C}" srcId="{767270AD-DF35-5741-B0DB-EB543747FAE3}" destId="{8059796C-EF2C-C744-98B7-3FD5A30EF256}" srcOrd="1" destOrd="0" parTransId="{857D1A9B-D46F-4C44-B1F5-10DDA07BEB35}" sibTransId="{1AD249C0-A220-9943-8E37-4DBD5728B719}"/>
    <dgm:cxn modelId="{5BD42361-8BB5-FF4D-A4FA-776446CC44FC}" type="presOf" srcId="{8059796C-EF2C-C744-98B7-3FD5A30EF256}" destId="{C3F70067-FEBA-DF4C-80C2-3E02F4432C57}" srcOrd="0" destOrd="0" presId="urn:microsoft.com/office/officeart/2005/8/layout/chevron1"/>
    <dgm:cxn modelId="{A3477A61-12D0-B745-BF35-E020215AD21B}" type="presOf" srcId="{29923B5E-F4FF-234F-BEC5-B8479A8249BA}" destId="{A5358A01-5503-1D4D-844B-CECE1DD6B90D}" srcOrd="0" destOrd="0" presId="urn:microsoft.com/office/officeart/2005/8/layout/chevron1"/>
    <dgm:cxn modelId="{32B82E9D-A353-2A4B-AD15-9D67940D7064}" type="presOf" srcId="{767270AD-DF35-5741-B0DB-EB543747FAE3}" destId="{D0ED1877-78BB-394E-A693-5E72D9F0A9B5}" srcOrd="0" destOrd="0" presId="urn:microsoft.com/office/officeart/2005/8/layout/chevron1"/>
    <dgm:cxn modelId="{80EA58A8-4135-E045-8B3F-C9DC09FF6B5F}" srcId="{767270AD-DF35-5741-B0DB-EB543747FAE3}" destId="{29923B5E-F4FF-234F-BEC5-B8479A8249BA}" srcOrd="3" destOrd="0" parTransId="{B2D5546F-3EEB-0E4F-814F-305B6DFF2522}" sibTransId="{616CF266-755A-404C-B2A4-02C67C1039FC}"/>
    <dgm:cxn modelId="{A1BCFEE8-9A60-3F49-9803-1F80EAD30D3A}" type="presOf" srcId="{E4FBF1BB-4F9B-3245-AC25-4EFE63285BD7}" destId="{1C2A799F-926A-0E47-9FA5-7B4E0C73271A}" srcOrd="0" destOrd="0" presId="urn:microsoft.com/office/officeart/2005/8/layout/chevron1"/>
    <dgm:cxn modelId="{E8841B28-FFFA-A94B-A322-7A401746CE63}" type="presParOf" srcId="{D0ED1877-78BB-394E-A693-5E72D9F0A9B5}" destId="{1C2A799F-926A-0E47-9FA5-7B4E0C73271A}" srcOrd="0" destOrd="0" presId="urn:microsoft.com/office/officeart/2005/8/layout/chevron1"/>
    <dgm:cxn modelId="{43944E7C-92DD-174B-B444-0B30DE6EC20C}" type="presParOf" srcId="{D0ED1877-78BB-394E-A693-5E72D9F0A9B5}" destId="{2FC9858D-118F-134E-B0B5-B1D498AE2763}" srcOrd="1" destOrd="0" presId="urn:microsoft.com/office/officeart/2005/8/layout/chevron1"/>
    <dgm:cxn modelId="{9041636A-F6CA-2B41-BCF5-4BB27F42C603}" type="presParOf" srcId="{D0ED1877-78BB-394E-A693-5E72D9F0A9B5}" destId="{C3F70067-FEBA-DF4C-80C2-3E02F4432C57}" srcOrd="2" destOrd="0" presId="urn:microsoft.com/office/officeart/2005/8/layout/chevron1"/>
    <dgm:cxn modelId="{80020690-C452-B24E-B58B-69BD11719BCB}" type="presParOf" srcId="{D0ED1877-78BB-394E-A693-5E72D9F0A9B5}" destId="{608EECE9-0BAD-C949-9B7A-D278C20315D4}" srcOrd="3" destOrd="0" presId="urn:microsoft.com/office/officeart/2005/8/layout/chevron1"/>
    <dgm:cxn modelId="{2CEF026C-649D-E441-B9C2-53D9E85D1098}" type="presParOf" srcId="{D0ED1877-78BB-394E-A693-5E72D9F0A9B5}" destId="{92F1520A-6C17-784E-AED7-14AC232EA4FD}" srcOrd="4" destOrd="0" presId="urn:microsoft.com/office/officeart/2005/8/layout/chevron1"/>
    <dgm:cxn modelId="{694D9D31-A84E-D64A-9103-A9203A2A6F04}" type="presParOf" srcId="{D0ED1877-78BB-394E-A693-5E72D9F0A9B5}" destId="{23329168-2AE6-F643-8504-ECC9A4E9211C}" srcOrd="5" destOrd="0" presId="urn:microsoft.com/office/officeart/2005/8/layout/chevron1"/>
    <dgm:cxn modelId="{9C0C00F0-5ACC-A74D-90C1-78728D38F0ED}" type="presParOf" srcId="{D0ED1877-78BB-394E-A693-5E72D9F0A9B5}" destId="{A5358A01-5503-1D4D-844B-CECE1DD6B90D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7B1DBE-79A5-9A4A-8829-C51BB1503B82}">
      <dsp:nvSpPr>
        <dsp:cNvPr id="0" name=""/>
        <dsp:cNvSpPr/>
      </dsp:nvSpPr>
      <dsp:spPr>
        <a:xfrm>
          <a:off x="3689" y="1177475"/>
          <a:ext cx="1612922" cy="9677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</a:t>
          </a:r>
        </a:p>
      </dsp:txBody>
      <dsp:txXfrm>
        <a:off x="32034" y="1205820"/>
        <a:ext cx="1556232" cy="911063"/>
      </dsp:txXfrm>
    </dsp:sp>
    <dsp:sp modelId="{C6902A38-FC67-D04B-ABA1-7CE87391B6A0}">
      <dsp:nvSpPr>
        <dsp:cNvPr id="0" name=""/>
        <dsp:cNvSpPr/>
      </dsp:nvSpPr>
      <dsp:spPr>
        <a:xfrm>
          <a:off x="1777903" y="1461350"/>
          <a:ext cx="341939" cy="40000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777903" y="1541351"/>
        <a:ext cx="239357" cy="240002"/>
      </dsp:txXfrm>
    </dsp:sp>
    <dsp:sp modelId="{30CB410E-4F71-8C45-B8EF-CFFED01AC8CD}">
      <dsp:nvSpPr>
        <dsp:cNvPr id="0" name=""/>
        <dsp:cNvSpPr/>
      </dsp:nvSpPr>
      <dsp:spPr>
        <a:xfrm>
          <a:off x="2261780" y="1177475"/>
          <a:ext cx="1612922" cy="9677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Training</a:t>
          </a:r>
        </a:p>
      </dsp:txBody>
      <dsp:txXfrm>
        <a:off x="2290125" y="1205820"/>
        <a:ext cx="1556232" cy="911063"/>
      </dsp:txXfrm>
    </dsp:sp>
    <dsp:sp modelId="{CE8CE7D4-AC09-3842-9FAA-094E894A3F11}">
      <dsp:nvSpPr>
        <dsp:cNvPr id="0" name=""/>
        <dsp:cNvSpPr/>
      </dsp:nvSpPr>
      <dsp:spPr>
        <a:xfrm>
          <a:off x="4035995" y="1461350"/>
          <a:ext cx="341939" cy="40000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035995" y="1541351"/>
        <a:ext cx="239357" cy="240002"/>
      </dsp:txXfrm>
    </dsp:sp>
    <dsp:sp modelId="{4C4DE290-3623-8F40-B27F-AA16249BC83B}">
      <dsp:nvSpPr>
        <dsp:cNvPr id="0" name=""/>
        <dsp:cNvSpPr/>
      </dsp:nvSpPr>
      <dsp:spPr>
        <a:xfrm>
          <a:off x="4519872" y="1177475"/>
          <a:ext cx="1612922" cy="9677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Model</a:t>
          </a:r>
        </a:p>
      </dsp:txBody>
      <dsp:txXfrm>
        <a:off x="4548217" y="1205820"/>
        <a:ext cx="1556232" cy="911063"/>
      </dsp:txXfrm>
    </dsp:sp>
    <dsp:sp modelId="{9417F4EF-5E8C-C74D-8A3C-DDFDB4100FC1}">
      <dsp:nvSpPr>
        <dsp:cNvPr id="0" name=""/>
        <dsp:cNvSpPr/>
      </dsp:nvSpPr>
      <dsp:spPr>
        <a:xfrm>
          <a:off x="6294087" y="1461350"/>
          <a:ext cx="341939" cy="400004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294087" y="1541351"/>
        <a:ext cx="239357" cy="240002"/>
      </dsp:txXfrm>
    </dsp:sp>
    <dsp:sp modelId="{4F3D5D2C-AA4E-694C-9432-D9BA5096EC72}">
      <dsp:nvSpPr>
        <dsp:cNvPr id="0" name=""/>
        <dsp:cNvSpPr/>
      </dsp:nvSpPr>
      <dsp:spPr>
        <a:xfrm>
          <a:off x="6777964" y="1177475"/>
          <a:ext cx="1612922" cy="9677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Prediction</a:t>
          </a:r>
        </a:p>
      </dsp:txBody>
      <dsp:txXfrm>
        <a:off x="6806309" y="1205820"/>
        <a:ext cx="1556232" cy="9110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A799F-926A-0E47-9FA5-7B4E0C73271A}">
      <dsp:nvSpPr>
        <dsp:cNvPr id="0" name=""/>
        <dsp:cNvSpPr/>
      </dsp:nvSpPr>
      <dsp:spPr>
        <a:xfrm>
          <a:off x="4163" y="915696"/>
          <a:ext cx="2423434" cy="96937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Training images</a:t>
          </a:r>
        </a:p>
      </dsp:txBody>
      <dsp:txXfrm>
        <a:off x="488850" y="915696"/>
        <a:ext cx="1454061" cy="969373"/>
      </dsp:txXfrm>
    </dsp:sp>
    <dsp:sp modelId="{C3F70067-FEBA-DF4C-80C2-3E02F4432C57}">
      <dsp:nvSpPr>
        <dsp:cNvPr id="0" name=""/>
        <dsp:cNvSpPr/>
      </dsp:nvSpPr>
      <dsp:spPr>
        <a:xfrm>
          <a:off x="2185254" y="915696"/>
          <a:ext cx="2423434" cy="96937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Labels</a:t>
          </a:r>
        </a:p>
      </dsp:txBody>
      <dsp:txXfrm>
        <a:off x="2669941" y="915696"/>
        <a:ext cx="1454061" cy="969373"/>
      </dsp:txXfrm>
    </dsp:sp>
    <dsp:sp modelId="{92F1520A-6C17-784E-AED7-14AC232EA4FD}">
      <dsp:nvSpPr>
        <dsp:cNvPr id="0" name=""/>
        <dsp:cNvSpPr/>
      </dsp:nvSpPr>
      <dsp:spPr>
        <a:xfrm>
          <a:off x="4366344" y="915696"/>
          <a:ext cx="2423434" cy="96937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Learning patterns</a:t>
          </a:r>
        </a:p>
      </dsp:txBody>
      <dsp:txXfrm>
        <a:off x="4851031" y="915696"/>
        <a:ext cx="1454061" cy="969373"/>
      </dsp:txXfrm>
    </dsp:sp>
    <dsp:sp modelId="{A5358A01-5503-1D4D-844B-CECE1DD6B90D}">
      <dsp:nvSpPr>
        <dsp:cNvPr id="0" name=""/>
        <dsp:cNvSpPr/>
      </dsp:nvSpPr>
      <dsp:spPr>
        <a:xfrm>
          <a:off x="6547435" y="915696"/>
          <a:ext cx="2423434" cy="969373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011" tIns="29337" rIns="29337" bIns="29337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New image prediction</a:t>
          </a:r>
        </a:p>
      </dsp:txBody>
      <dsp:txXfrm>
        <a:off x="7032122" y="915696"/>
        <a:ext cx="1454061" cy="9693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BE6D7-5745-7942-8018-C194CA85663E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45992-FB09-7B4B-AD55-7EFC7EBFB2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48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C45992-FB09-7B4B-AD55-7EFC7EBFB2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3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83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365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7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1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28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53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9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762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69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76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8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9000">
              <a:schemeClr val="bg2"/>
            </a:gs>
            <a:gs pos="100000">
              <a:schemeClr val="accent2">
                <a:lumMod val="40000"/>
                <a:lumOff val="60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0026B-2F82-4747-B9AA-FD2E4B5205E7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7BE597-3A6D-224A-B44C-9B55C9D75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63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7.xml"/><Relationship Id="rId7" Type="http://schemas.openxmlformats.org/officeDocument/2006/relationships/diagramColors" Target="../diagrams/colors1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7.xml"/><Relationship Id="rId7" Type="http://schemas.openxmlformats.org/officeDocument/2006/relationships/diagramColors" Target="../diagrams/colors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5" Type="http://schemas.openxmlformats.org/officeDocument/2006/relationships/image" Target="../media/image1.png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5BAF6-8F7F-B0A8-A201-0B79D1D69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Artificial Intelligence and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A9AA7-0C5B-24D0-ADC2-A2F0041CA3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449101"/>
          </a:xfrm>
        </p:spPr>
        <p:txBody>
          <a:bodyPr/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How Computers Learn from Data and Change Everyday Life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7566D-2330-0C22-92B2-B28A4F93D03F}"/>
              </a:ext>
            </a:extLst>
          </p:cNvPr>
          <p:cNvSpPr txBox="1"/>
          <p:nvPr/>
        </p:nvSpPr>
        <p:spPr>
          <a:xfrm>
            <a:off x="3046071" y="4812307"/>
            <a:ext cx="6099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Artem Cherevatenko</a:t>
            </a:r>
            <a:br>
              <a:rPr lang="en-US" dirty="0"/>
            </a:br>
            <a:r>
              <a:rPr lang="en-US" b="1" dirty="0"/>
              <a:t>CS 131</a:t>
            </a:r>
            <a:br>
              <a:rPr lang="en-US" dirty="0"/>
            </a:br>
            <a:r>
              <a:rPr lang="en-US" b="1" dirty="0"/>
              <a:t>Spring 2026</a:t>
            </a:r>
            <a:endParaRPr lang="en-US" dirty="0"/>
          </a:p>
        </p:txBody>
      </p:sp>
      <p:pic>
        <p:nvPicPr>
          <p:cNvPr id="64" name="Audio 63">
            <a:extLst>
              <a:ext uri="{FF2B5EF4-FFF2-40B4-BE49-F238E27FC236}">
                <a16:creationId xmlns:a16="http://schemas.microsoft.com/office/drawing/2014/main" id="{CBE6BF21-248B-3AEC-A09C-0C84392142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590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7220"/>
    </mc:Choice>
    <mc:Fallback>
      <p:transition spd="slow" advTm="472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5B0246-BD79-7C74-1217-5C7AA16369DA}"/>
              </a:ext>
            </a:extLst>
          </p:cNvPr>
          <p:cNvSpPr txBox="1"/>
          <p:nvPr/>
        </p:nvSpPr>
        <p:spPr>
          <a:xfrm>
            <a:off x="816937" y="-232235"/>
            <a:ext cx="1101852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>
                <a:latin typeface="+mj-lt"/>
                <a:ea typeface="+mj-ea"/>
                <a:cs typeface="+mj-cs"/>
              </a:rPr>
              <a:t>What is Artificial Intelligence?</a:t>
            </a:r>
            <a:endParaRPr lang="en-US" sz="5400"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F499B8-F213-30E0-9234-133A21F6FB95}"/>
              </a:ext>
            </a:extLst>
          </p:cNvPr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Artificial intelligence, or AI, is the ability of computers to perform tasks that normally require human intelligence. </a:t>
            </a:r>
          </a:p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AI can analyze information, recognize patterns, solve problems, and make decisions. </a:t>
            </a:r>
          </a:p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It is used in many everyday technologies such as voice assistants, navigation apps, recommendation systems, and chatbots. </a:t>
            </a:r>
          </a:p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</a:rPr>
              <a:t>AI is becoming an important part of modern life because it helps automate tasks and improve efficiency.</a:t>
            </a:r>
          </a:p>
        </p:txBody>
      </p:sp>
      <p:pic>
        <p:nvPicPr>
          <p:cNvPr id="1031" name="Picture 7" descr="Chatbots and AI: The Future of ...">
            <a:extLst>
              <a:ext uri="{FF2B5EF4-FFF2-40B4-BE49-F238E27FC236}">
                <a16:creationId xmlns:a16="http://schemas.microsoft.com/office/drawing/2014/main" id="{1A4B2AE5-DEDF-CBF3-253D-F578E3E120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365" y="2071316"/>
            <a:ext cx="4321848" cy="3514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Audio 34">
            <a:extLst>
              <a:ext uri="{FF2B5EF4-FFF2-40B4-BE49-F238E27FC236}">
                <a16:creationId xmlns:a16="http://schemas.microsoft.com/office/drawing/2014/main" id="{D140D4A7-0D5E-968A-81EB-A2657B3333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83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2994"/>
    </mc:Choice>
    <mc:Fallback>
      <p:transition spd="slow" advTm="529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C936AF-46E3-5BAE-F88D-7521E361F91B}"/>
              </a:ext>
            </a:extLst>
          </p:cNvPr>
          <p:cNvSpPr txBox="1"/>
          <p:nvPr/>
        </p:nvSpPr>
        <p:spPr>
          <a:xfrm>
            <a:off x="252408" y="440653"/>
            <a:ext cx="6099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What is Machine Learning?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8B675-FBD2-0DC1-12D3-1F14D346D6B8}"/>
              </a:ext>
            </a:extLst>
          </p:cNvPr>
          <p:cNvSpPr txBox="1"/>
          <p:nvPr/>
        </p:nvSpPr>
        <p:spPr>
          <a:xfrm>
            <a:off x="387035" y="1245007"/>
            <a:ext cx="954461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is a branch of artificial intelligence.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Instead of following only fixed rules, a machine learning system learns from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finds patterns in examples and uses those patterns to make predictions or decisions.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more relevant training data it receives, the better the model can perform.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C9C8094-03D0-7286-85A4-48CEB0F3F3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3329786"/>
              </p:ext>
            </p:extLst>
          </p:nvPr>
        </p:nvGraphicFramePr>
        <p:xfrm>
          <a:off x="1537074" y="3331676"/>
          <a:ext cx="8394576" cy="3322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47" name="Audio 46">
            <a:extLst>
              <a:ext uri="{FF2B5EF4-FFF2-40B4-BE49-F238E27FC236}">
                <a16:creationId xmlns:a16="http://schemas.microsoft.com/office/drawing/2014/main" id="{D59748F7-4CA7-AB8F-9737-A0A8C8DCDA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071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680"/>
    </mc:Choice>
    <mc:Fallback>
      <p:transition spd="slow" advTm="506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A2DE0D-2048-299F-96BF-0C754CDBB9DD}"/>
              </a:ext>
            </a:extLst>
          </p:cNvPr>
          <p:cNvSpPr txBox="1"/>
          <p:nvPr/>
        </p:nvSpPr>
        <p:spPr>
          <a:xfrm>
            <a:off x="405143" y="566771"/>
            <a:ext cx="60975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How Computers Learn from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2C8A67-1438-036C-3E1B-1B581F2177A3}"/>
              </a:ext>
            </a:extLst>
          </p:cNvPr>
          <p:cNvSpPr txBox="1"/>
          <p:nvPr/>
        </p:nvSpPr>
        <p:spPr>
          <a:xfrm>
            <a:off x="334978" y="1396217"/>
            <a:ext cx="1052918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Machine learning models are trained using examples.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During training, the computer receives data and looks for patterns in that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For example, if a model is shown many images labeled “cat” and “dog,” it can learn the difference between them.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After training, the model can analyze a new image and predict whether it shows a cat or a dog. </a:t>
            </a:r>
          </a:p>
          <a:p>
            <a:pPr>
              <a:buNone/>
            </a:pPr>
            <a:b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8F80115-232D-08F6-2293-61AE2311F2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1461061"/>
              </p:ext>
            </p:extLst>
          </p:nvPr>
        </p:nvGraphicFramePr>
        <p:xfrm>
          <a:off x="1608483" y="3581399"/>
          <a:ext cx="8975033" cy="2800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3" name="Audio 32">
            <a:extLst>
              <a:ext uri="{FF2B5EF4-FFF2-40B4-BE49-F238E27FC236}">
                <a16:creationId xmlns:a16="http://schemas.microsoft.com/office/drawing/2014/main" id="{0C1BFA9D-C4E0-B391-9605-6E86B2126C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930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6063"/>
    </mc:Choice>
    <mc:Fallback>
      <p:transition spd="slow" advTm="4606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7B74AF-4CFF-80F6-0B8D-79CED50CEC4E}"/>
              </a:ext>
            </a:extLst>
          </p:cNvPr>
          <p:cNvSpPr txBox="1"/>
          <p:nvPr/>
        </p:nvSpPr>
        <p:spPr>
          <a:xfrm>
            <a:off x="514350" y="4249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Types of Machine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4C5C6-F7A5-980C-7986-9CD1E7D1935E}"/>
              </a:ext>
            </a:extLst>
          </p:cNvPr>
          <p:cNvSpPr txBox="1"/>
          <p:nvPr/>
        </p:nvSpPr>
        <p:spPr>
          <a:xfrm>
            <a:off x="514350" y="1305342"/>
            <a:ext cx="1049655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Supervised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Uses labeled data to learn patterns and make predictions. </a:t>
            </a:r>
          </a:p>
          <a:p>
            <a:pPr>
              <a:buNone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Unsupervised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Finds hidden patterns or groups in data without labels. </a:t>
            </a:r>
          </a:p>
          <a:p>
            <a:pPr>
              <a:buNone/>
            </a:pPr>
            <a:r>
              <a:rPr lang="en-US" sz="2200" b="1" dirty="0">
                <a:latin typeface="Calibri" panose="020F0502020204030204" pitchFamily="34" charset="0"/>
                <a:cs typeface="Calibri" panose="020F0502020204030204" pitchFamily="34" charset="0"/>
              </a:rPr>
              <a:t>Reinforcement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Learns through trial and error by receiving rewards or penalties.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5256FF-AB03-C3F8-4F61-713616F2C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087171"/>
              </p:ext>
            </p:extLst>
          </p:nvPr>
        </p:nvGraphicFramePr>
        <p:xfrm>
          <a:off x="2032000" y="4402673"/>
          <a:ext cx="8127999" cy="2021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127569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8564660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73575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5204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Supervised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Learns from labeled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Spam detection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03157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Unsupervised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Finds patterns without labels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Customer grouping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221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Reinforcement 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Learns through rewards and mistakes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Game-playing 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6060297"/>
                  </a:ext>
                </a:extLst>
              </a:tr>
            </a:tbl>
          </a:graphicData>
        </a:graphic>
      </p:graphicFrame>
      <p:pic>
        <p:nvPicPr>
          <p:cNvPr id="68" name="Audio 67">
            <a:extLst>
              <a:ext uri="{FF2B5EF4-FFF2-40B4-BE49-F238E27FC236}">
                <a16:creationId xmlns:a16="http://schemas.microsoft.com/office/drawing/2014/main" id="{E71DF399-F160-5697-D4B7-F7BB83EE5D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88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9"/>
    </mc:Choice>
    <mc:Fallback>
      <p:transition spd="slow" advTm="500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AA6950-F9E3-D20F-FE9F-4D36DA9FD2BA}"/>
              </a:ext>
            </a:extLst>
          </p:cNvPr>
          <p:cNvSpPr txBox="1"/>
          <p:nvPr/>
        </p:nvSpPr>
        <p:spPr>
          <a:xfrm>
            <a:off x="619518" y="350866"/>
            <a:ext cx="3455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chemeClr val="tx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Real-World Applications of AI and Machine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644EFA-5375-D031-4787-DA866B3C2D45}"/>
              </a:ext>
            </a:extLst>
          </p:cNvPr>
          <p:cNvSpPr txBox="1"/>
          <p:nvPr/>
        </p:nvSpPr>
        <p:spPr>
          <a:xfrm>
            <a:off x="514743" y="21905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 and machine learning are used in many areas of daily life. </a:t>
            </a:r>
          </a:p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Recommendation systems suggest videos, music, and products based on user behavior. </a:t>
            </a:r>
          </a:p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Navigation apps use AI to analyze traffic and suggest faster routes. </a:t>
            </a:r>
          </a:p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Banks use machine learning to detect unusual transactions and possible fraud. </a:t>
            </a:r>
          </a:p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Healthcare systems can help doctors analyze medical images and identify diseases. </a:t>
            </a:r>
          </a:p>
          <a:p>
            <a:pPr marL="28575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Chatbots and virtual assistants can answer questions and support users.</a:t>
            </a:r>
          </a:p>
        </p:txBody>
      </p:sp>
      <p:pic>
        <p:nvPicPr>
          <p:cNvPr id="3075" name="Picture 3" descr="Master Types of AI Model: The Actionable Guide | SmartDev">
            <a:extLst>
              <a:ext uri="{FF2B5EF4-FFF2-40B4-BE49-F238E27FC236}">
                <a16:creationId xmlns:a16="http://schemas.microsoft.com/office/drawing/2014/main" id="{50189DBE-C9E2-A778-01D2-7B72B50DA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80815" y="1743075"/>
            <a:ext cx="7081245" cy="3704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Audio 53">
            <a:extLst>
              <a:ext uri="{FF2B5EF4-FFF2-40B4-BE49-F238E27FC236}">
                <a16:creationId xmlns:a16="http://schemas.microsoft.com/office/drawing/2014/main" id="{16F6BEA0-E60C-572E-421A-E4E7419360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6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9319"/>
    </mc:Choice>
    <mc:Fallback>
      <p:transition spd="slow" advTm="593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F6F921-853A-3E42-6127-8EC97F645F57}"/>
              </a:ext>
            </a:extLst>
          </p:cNvPr>
          <p:cNvSpPr txBox="1"/>
          <p:nvPr/>
        </p:nvSpPr>
        <p:spPr>
          <a:xfrm>
            <a:off x="371475" y="358259"/>
            <a:ext cx="85915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Benefits and Risks of AI and Machine Learning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054912-8674-32F0-83BB-310988052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237321"/>
              </p:ext>
            </p:extLst>
          </p:nvPr>
        </p:nvGraphicFramePr>
        <p:xfrm>
          <a:off x="1568450" y="1571625"/>
          <a:ext cx="9169400" cy="30829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4700">
                  <a:extLst>
                    <a:ext uri="{9D8B030D-6E8A-4147-A177-3AD203B41FA5}">
                      <a16:colId xmlns:a16="http://schemas.microsoft.com/office/drawing/2014/main" val="997889991"/>
                    </a:ext>
                  </a:extLst>
                </a:gridCol>
                <a:gridCol w="4584700">
                  <a:extLst>
                    <a:ext uri="{9D8B030D-6E8A-4147-A177-3AD203B41FA5}">
                      <a16:colId xmlns:a16="http://schemas.microsoft.com/office/drawing/2014/main" val="747558147"/>
                    </a:ext>
                  </a:extLst>
                </a:gridCol>
              </a:tblGrid>
              <a:tr h="52979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Benefits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188763"/>
                  </a:ext>
                </a:extLst>
              </a:tr>
              <a:tr h="529792">
                <a:tc>
                  <a:txBody>
                    <a:bodyPr/>
                    <a:lstStyle/>
                    <a:p>
                      <a:r>
                        <a:rPr lang="en-US" dirty="0"/>
                        <a:t>Faster data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 in training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2654666"/>
                  </a:ext>
                </a:extLst>
              </a:tr>
              <a:tr h="529792">
                <a:tc>
                  <a:txBody>
                    <a:bodyPr/>
                    <a:lstStyle/>
                    <a:p>
                      <a:r>
                        <a:rPr lang="en-US" dirty="0"/>
                        <a:t>Automation of repetitive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Privacy concerns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770795"/>
                  </a:ext>
                </a:extLst>
              </a:tr>
              <a:tr h="914436">
                <a:tc>
                  <a:txBody>
                    <a:bodyPr/>
                    <a:lstStyle/>
                    <a:p>
                      <a:r>
                        <a:rPr lang="en-US" dirty="0"/>
                        <a:t>Better predictions and recommendations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Misinformation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093137"/>
                  </a:ext>
                </a:extLst>
              </a:tr>
              <a:tr h="529792">
                <a:tc>
                  <a:txBody>
                    <a:bodyPr/>
                    <a:lstStyle/>
                    <a:p>
                      <a:r>
                        <a:rPr lang="en-US" dirty="0"/>
                        <a:t>Improved efficiency in many industries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Possible job displacement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3776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8DFD72-3E54-E62B-4398-4B4FD5327962}"/>
              </a:ext>
            </a:extLst>
          </p:cNvPr>
          <p:cNvSpPr txBox="1"/>
          <p:nvPr/>
        </p:nvSpPr>
        <p:spPr>
          <a:xfrm>
            <a:off x="2451100" y="5098482"/>
            <a:ext cx="8343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AI can bring major advantages, but it must be used carefully and responsibly.</a:t>
            </a:r>
          </a:p>
        </p:txBody>
      </p:sp>
      <p:pic>
        <p:nvPicPr>
          <p:cNvPr id="42" name="Audio 41">
            <a:extLst>
              <a:ext uri="{FF2B5EF4-FFF2-40B4-BE49-F238E27FC236}">
                <a16:creationId xmlns:a16="http://schemas.microsoft.com/office/drawing/2014/main" id="{5BB6E32C-E0DF-0B07-8C34-136DED7BF3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64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5228"/>
    </mc:Choice>
    <mc:Fallback>
      <p:transition spd="slow" advTm="55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70365-4EF5-BB80-150F-7E835DE9EB12}"/>
              </a:ext>
            </a:extLst>
          </p:cNvPr>
          <p:cNvSpPr txBox="1"/>
          <p:nvPr/>
        </p:nvSpPr>
        <p:spPr>
          <a:xfrm>
            <a:off x="752475" y="2820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5533A-8414-5402-AB71-5B010E860318}"/>
              </a:ext>
            </a:extLst>
          </p:cNvPr>
          <p:cNvSpPr txBox="1"/>
          <p:nvPr/>
        </p:nvSpPr>
        <p:spPr>
          <a:xfrm>
            <a:off x="752475" y="1663601"/>
            <a:ext cx="846772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Artificial intelligence and machine learning are transforming the way people live and work.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These systems learn from data and help solve real-world problems.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AI can improve efficiency, accuracy, and convenience in many fields.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However, it is important to use these technologies responsibly and understand their limitations.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In the future, AI and machine learning will likely become even more important in everyday life.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63658-6F90-1E88-CE56-9383557D0991}"/>
              </a:ext>
            </a:extLst>
          </p:cNvPr>
          <p:cNvSpPr txBox="1"/>
          <p:nvPr/>
        </p:nvSpPr>
        <p:spPr>
          <a:xfrm>
            <a:off x="4238625" y="5518310"/>
            <a:ext cx="69818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Thank you for watching.</a:t>
            </a:r>
          </a:p>
        </p:txBody>
      </p:sp>
      <p:pic>
        <p:nvPicPr>
          <p:cNvPr id="31" name="Audio 30">
            <a:extLst>
              <a:ext uri="{FF2B5EF4-FFF2-40B4-BE49-F238E27FC236}">
                <a16:creationId xmlns:a16="http://schemas.microsoft.com/office/drawing/2014/main" id="{84FAE682-6BC1-2BE3-2AB8-A93BD028E6C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237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180"/>
    </mc:Choice>
    <mc:Fallback>
      <p:transition spd="slow" advTm="441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Words>527</Words>
  <Application>Microsoft Macintosh PowerPoint</Application>
  <PresentationFormat>Widescreen</PresentationFormat>
  <Paragraphs>73</Paragraphs>
  <Slides>8</Slides>
  <Notes>1</Notes>
  <HiddenSlides>0</HiddenSlides>
  <MMClips>8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Artificial Intelligence and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Cherevatenko</dc:creator>
  <cp:lastModifiedBy>Artem Cherevatenko</cp:lastModifiedBy>
  <cp:revision>2</cp:revision>
  <dcterms:created xsi:type="dcterms:W3CDTF">2026-04-07T23:59:10Z</dcterms:created>
  <dcterms:modified xsi:type="dcterms:W3CDTF">2026-04-09T23:31:56Z</dcterms:modified>
</cp:coreProperties>
</file>